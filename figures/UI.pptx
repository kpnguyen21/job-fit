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>
        <p:scale>
          <a:sx n="75" d="100"/>
          <a:sy n="75" d="100"/>
        </p:scale>
        <p:origin x="979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FEE7-ED1A-4844-BF2B-91A0172AE55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82D7-75BE-43DC-959F-8FF649BF1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521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FEE7-ED1A-4844-BF2B-91A0172AE55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82D7-75BE-43DC-959F-8FF649BF1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44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FEE7-ED1A-4844-BF2B-91A0172AE55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82D7-75BE-43DC-959F-8FF649BF1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872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FEE7-ED1A-4844-BF2B-91A0172AE55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82D7-75BE-43DC-959F-8FF649BF1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55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FEE7-ED1A-4844-BF2B-91A0172AE55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82D7-75BE-43DC-959F-8FF649BF1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420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FEE7-ED1A-4844-BF2B-91A0172AE55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82D7-75BE-43DC-959F-8FF649BF1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624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FEE7-ED1A-4844-BF2B-91A0172AE55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82D7-75BE-43DC-959F-8FF649BF1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332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FEE7-ED1A-4844-BF2B-91A0172AE55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82D7-75BE-43DC-959F-8FF649BF1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442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FEE7-ED1A-4844-BF2B-91A0172AE55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82D7-75BE-43DC-959F-8FF649BF1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30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FEE7-ED1A-4844-BF2B-91A0172AE55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82D7-75BE-43DC-959F-8FF649BF1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11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FEE7-ED1A-4844-BF2B-91A0172AE55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82D7-75BE-43DC-959F-8FF649BF1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455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AEFEE7-ED1A-4844-BF2B-91A0172AE55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D82D7-75BE-43DC-959F-8FF649BF1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552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9072" y="0"/>
            <a:ext cx="35668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736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155" y="0"/>
            <a:ext cx="3574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495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094" y="0"/>
            <a:ext cx="35358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360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679" y="0"/>
            <a:ext cx="35726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509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8759" y="0"/>
            <a:ext cx="3572642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014" y="0"/>
            <a:ext cx="3535811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830" y="0"/>
            <a:ext cx="357425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57097" y="492252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042219" y="492252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0096857" y="492252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871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203" y="0"/>
            <a:ext cx="3558955" cy="685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770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3</Words>
  <Application>Microsoft Office PowerPoint</Application>
  <PresentationFormat>Widescreen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6</cp:revision>
  <dcterms:created xsi:type="dcterms:W3CDTF">2026-04-26T19:31:03Z</dcterms:created>
  <dcterms:modified xsi:type="dcterms:W3CDTF">2026-04-27T02:31:51Z</dcterms:modified>
</cp:coreProperties>
</file>