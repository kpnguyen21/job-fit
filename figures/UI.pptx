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3" r:id="rId7"/>
    <p:sldId id="260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91" d="100"/>
          <a:sy n="91" d="100"/>
        </p:scale>
        <p:origin x="372" y="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EFEE7-ED1A-4844-BF2B-91A0172AE55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D82D7-75BE-43DC-959F-8FF649BF1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521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EFEE7-ED1A-4844-BF2B-91A0172AE55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D82D7-75BE-43DC-959F-8FF649BF1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44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EFEE7-ED1A-4844-BF2B-91A0172AE55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D82D7-75BE-43DC-959F-8FF649BF1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8722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EFEE7-ED1A-4844-BF2B-91A0172AE55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D82D7-75BE-43DC-959F-8FF649BF1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5512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EFEE7-ED1A-4844-BF2B-91A0172AE55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D82D7-75BE-43DC-959F-8FF649BF1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420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EFEE7-ED1A-4844-BF2B-91A0172AE55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D82D7-75BE-43DC-959F-8FF649BF1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6246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EFEE7-ED1A-4844-BF2B-91A0172AE55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D82D7-75BE-43DC-959F-8FF649BF1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3323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EFEE7-ED1A-4844-BF2B-91A0172AE55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D82D7-75BE-43DC-959F-8FF649BF1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4422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EFEE7-ED1A-4844-BF2B-91A0172AE55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D82D7-75BE-43DC-959F-8FF649BF1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9309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EFEE7-ED1A-4844-BF2B-91A0172AE55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D82D7-75BE-43DC-959F-8FF649BF1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11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EFEE7-ED1A-4844-BF2B-91A0172AE55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D82D7-75BE-43DC-959F-8FF649BF1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4558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AEFEE7-ED1A-4844-BF2B-91A0172AE55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8D82D7-75BE-43DC-959F-8FF649BF1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552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9072" y="0"/>
            <a:ext cx="356689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7360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155" y="0"/>
            <a:ext cx="35742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4952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8094" y="0"/>
            <a:ext cx="353581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3604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9679" y="0"/>
            <a:ext cx="35726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1509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8759" y="0"/>
            <a:ext cx="3572642" cy="68580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3014" y="0"/>
            <a:ext cx="3535811" cy="68580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830" y="0"/>
            <a:ext cx="357425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857097" y="492252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042219" y="4922520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10096857" y="492252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2871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30" y="0"/>
            <a:ext cx="3566895" cy="68580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612" y="0"/>
            <a:ext cx="3574250" cy="68580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7449" y="0"/>
            <a:ext cx="3558955" cy="685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7894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203" y="0"/>
            <a:ext cx="3558955" cy="685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7703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68357" y="705923"/>
            <a:ext cx="14392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/>
              <a:t>Job board</a:t>
            </a:r>
            <a:endParaRPr lang="en-US" sz="2400" b="1" dirty="0"/>
          </a:p>
        </p:txBody>
      </p:sp>
      <p:sp>
        <p:nvSpPr>
          <p:cNvPr id="5" name="TextBox 4"/>
          <p:cNvSpPr txBox="1"/>
          <p:nvPr/>
        </p:nvSpPr>
        <p:spPr>
          <a:xfrm>
            <a:off x="573165" y="1928093"/>
            <a:ext cx="14296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 smtClean="0">
                <a:solidFill>
                  <a:schemeClr val="accent1">
                    <a:lumMod val="50000"/>
                  </a:schemeClr>
                </a:solidFill>
              </a:rPr>
              <a:t>Chrome</a:t>
            </a:r>
          </a:p>
          <a:p>
            <a:pPr algn="ctr"/>
            <a:r>
              <a:rPr lang="en-US" sz="2400" b="1" dirty="0" smtClean="0">
                <a:solidFill>
                  <a:schemeClr val="accent1">
                    <a:lumMod val="50000"/>
                  </a:schemeClr>
                </a:solidFill>
              </a:rPr>
              <a:t>Extension</a:t>
            </a:r>
            <a:endParaRPr lang="en-US" sz="24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74616" y="3955227"/>
            <a:ext cx="150528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 err="1" smtClean="0">
                <a:solidFill>
                  <a:schemeClr val="accent2">
                    <a:lumMod val="50000"/>
                  </a:schemeClr>
                </a:solidFill>
              </a:rPr>
              <a:t>Cloudflare</a:t>
            </a:r>
            <a:endParaRPr lang="en-US" sz="2400" b="1" dirty="0" smtClean="0">
              <a:solidFill>
                <a:schemeClr val="accent2">
                  <a:lumMod val="50000"/>
                </a:schemeClr>
              </a:solidFill>
            </a:endParaRPr>
          </a:p>
          <a:p>
            <a:pPr algn="ctr"/>
            <a:r>
              <a:rPr lang="en-US" sz="2400" b="1" dirty="0" smtClean="0">
                <a:solidFill>
                  <a:schemeClr val="accent2">
                    <a:lumMod val="50000"/>
                  </a:schemeClr>
                </a:solidFill>
              </a:rPr>
              <a:t>Worker</a:t>
            </a:r>
            <a:endParaRPr lang="en-US" sz="2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17896" y="5811826"/>
            <a:ext cx="4523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chemeClr val="accent6">
                    <a:lumMod val="50000"/>
                  </a:schemeClr>
                </a:solidFill>
              </a:rPr>
              <a:t>AI</a:t>
            </a:r>
            <a:endParaRPr lang="en-US" sz="2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pic>
        <p:nvPicPr>
          <p:cNvPr id="1028" name="Picture 4" descr="Indeed Logo Download 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5202" y="274852"/>
            <a:ext cx="1299916" cy="1299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Linkedin Logo, symbol, meaning, history, Vector, 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8655" y="437267"/>
            <a:ext cx="1504686" cy="846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File:Workday Logo.png - Wikimedia Commons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3930" y="375990"/>
            <a:ext cx="1939414" cy="752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1103" y="675794"/>
            <a:ext cx="2622899" cy="49179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654518" y="1833690"/>
            <a:ext cx="2484120" cy="1115908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chemeClr val="accent1">
                    <a:lumMod val="50000"/>
                  </a:schemeClr>
                </a:solidFill>
              </a:rPr>
              <a:t>content.js</a:t>
            </a:r>
          </a:p>
          <a:p>
            <a:pPr algn="ctr"/>
            <a:r>
              <a:rPr lang="en-US" sz="2000" dirty="0" smtClean="0">
                <a:solidFill>
                  <a:schemeClr val="accent1">
                    <a:lumMod val="50000"/>
                  </a:schemeClr>
                </a:solidFill>
              </a:rPr>
              <a:t>Scrapes job text</a:t>
            </a:r>
            <a:endParaRPr lang="en-US" sz="20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914060" y="1826544"/>
            <a:ext cx="2484120" cy="1115908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chemeClr val="accent1">
                    <a:lumMod val="50000"/>
                  </a:schemeClr>
                </a:solidFill>
              </a:rPr>
              <a:t>sidepanel.js</a:t>
            </a:r>
          </a:p>
          <a:p>
            <a:pPr algn="ctr"/>
            <a:r>
              <a:rPr lang="en-US" sz="2000" dirty="0" smtClean="0">
                <a:solidFill>
                  <a:schemeClr val="accent1">
                    <a:lumMod val="50000"/>
                  </a:schemeClr>
                </a:solidFill>
              </a:rPr>
              <a:t>UI + resume input</a:t>
            </a:r>
            <a:endParaRPr lang="en-US" sz="20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173602" y="1833690"/>
            <a:ext cx="2484120" cy="1115908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chemeClr val="accent1">
                    <a:lumMod val="50000"/>
                  </a:schemeClr>
                </a:solidFill>
              </a:rPr>
              <a:t>background.js</a:t>
            </a:r>
          </a:p>
          <a:p>
            <a:pPr algn="ctr"/>
            <a:r>
              <a:rPr lang="en-US" sz="2000" dirty="0" smtClean="0">
                <a:solidFill>
                  <a:schemeClr val="accent1">
                    <a:lumMod val="50000"/>
                  </a:schemeClr>
                </a:solidFill>
              </a:rPr>
              <a:t>API relay + routing</a:t>
            </a:r>
            <a:endParaRPr lang="en-US" sz="20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696244" y="3818407"/>
            <a:ext cx="2484120" cy="111590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 smtClean="0">
                <a:solidFill>
                  <a:schemeClr val="accent2">
                    <a:lumMod val="50000"/>
                  </a:schemeClr>
                </a:solidFill>
              </a:rPr>
              <a:t>Cloudflare</a:t>
            </a:r>
            <a:r>
              <a:rPr lang="en-US" sz="2000" dirty="0" smtClean="0">
                <a:solidFill>
                  <a:schemeClr val="accent2">
                    <a:lumMod val="50000"/>
                  </a:schemeClr>
                </a:solidFill>
              </a:rPr>
              <a:t> Worker</a:t>
            </a:r>
          </a:p>
          <a:p>
            <a:pPr algn="ctr"/>
            <a:r>
              <a:rPr lang="en-US" sz="2000" dirty="0" smtClean="0">
                <a:solidFill>
                  <a:schemeClr val="accent2">
                    <a:lumMod val="50000"/>
                  </a:schemeClr>
                </a:solidFill>
              </a:rPr>
              <a:t>CORS + rate limiting</a:t>
            </a:r>
            <a:endParaRPr lang="en-US" sz="20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347915" y="3818406"/>
            <a:ext cx="2484120" cy="111590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chemeClr val="accent2">
                    <a:lumMod val="50000"/>
                  </a:schemeClr>
                </a:solidFill>
              </a:rPr>
              <a:t>KV store</a:t>
            </a:r>
          </a:p>
          <a:p>
            <a:pPr algn="ctr"/>
            <a:r>
              <a:rPr lang="en-US" sz="2000" dirty="0" smtClean="0">
                <a:solidFill>
                  <a:schemeClr val="accent2">
                    <a:lumMod val="50000"/>
                  </a:schemeClr>
                </a:solidFill>
              </a:rPr>
              <a:t>30 </a:t>
            </a:r>
            <a:r>
              <a:rPr lang="en-US" sz="2000" dirty="0" err="1" smtClean="0">
                <a:solidFill>
                  <a:schemeClr val="accent2">
                    <a:lumMod val="50000"/>
                  </a:schemeClr>
                </a:solidFill>
              </a:rPr>
              <a:t>req</a:t>
            </a:r>
            <a:r>
              <a:rPr lang="en-US" sz="2000" dirty="0" smtClean="0">
                <a:solidFill>
                  <a:schemeClr val="accent2">
                    <a:lumMod val="50000"/>
                  </a:schemeClr>
                </a:solidFill>
              </a:rPr>
              <a:t>/</a:t>
            </a:r>
            <a:r>
              <a:rPr lang="en-US" sz="2000" dirty="0" err="1" smtClean="0">
                <a:solidFill>
                  <a:schemeClr val="accent2">
                    <a:lumMod val="50000"/>
                  </a:schemeClr>
                </a:solidFill>
              </a:rPr>
              <a:t>hr</a:t>
            </a:r>
            <a:r>
              <a:rPr lang="en-US" sz="2000" dirty="0" smtClean="0">
                <a:solidFill>
                  <a:schemeClr val="accent2">
                    <a:lumMod val="50000"/>
                  </a:schemeClr>
                </a:solidFill>
              </a:rPr>
              <a:t>/IP</a:t>
            </a:r>
            <a:endParaRPr lang="en-US" sz="20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696244" y="5737106"/>
            <a:ext cx="2484120" cy="59449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 smtClean="0">
                <a:solidFill>
                  <a:schemeClr val="accent6">
                    <a:lumMod val="50000"/>
                  </a:schemeClr>
                </a:solidFill>
              </a:rPr>
              <a:t>Groq</a:t>
            </a:r>
            <a:r>
              <a:rPr lang="en-US" sz="2000" dirty="0" smtClean="0">
                <a:solidFill>
                  <a:schemeClr val="accent6">
                    <a:lumMod val="50000"/>
                  </a:schemeClr>
                </a:solidFill>
              </a:rPr>
              <a:t> – Llama 3.3 70B</a:t>
            </a:r>
            <a:endParaRPr lang="en-US" sz="2000" dirty="0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11" name="Straight Arrow Connector 10"/>
          <p:cNvCxnSpPr>
            <a:stCxn id="9" idx="3"/>
            <a:endCxn id="15" idx="1"/>
          </p:cNvCxnSpPr>
          <p:nvPr/>
        </p:nvCxnSpPr>
        <p:spPr>
          <a:xfrm flipV="1">
            <a:off x="5138638" y="2384498"/>
            <a:ext cx="775422" cy="7146"/>
          </a:xfrm>
          <a:prstGeom prst="straightConnector1">
            <a:avLst/>
          </a:prstGeom>
          <a:ln w="28575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flipV="1">
            <a:off x="8411268" y="2388071"/>
            <a:ext cx="775422" cy="7146"/>
          </a:xfrm>
          <a:prstGeom prst="straightConnector1">
            <a:avLst/>
          </a:prstGeom>
          <a:ln w="28575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endCxn id="18" idx="1"/>
          </p:cNvCxnSpPr>
          <p:nvPr/>
        </p:nvCxnSpPr>
        <p:spPr>
          <a:xfrm>
            <a:off x="5180364" y="4376360"/>
            <a:ext cx="316755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>
            <a:off x="3695023" y="4934315"/>
            <a:ext cx="0" cy="802791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 flipV="1">
            <a:off x="4085111" y="4934314"/>
            <a:ext cx="0" cy="802791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2794584" y="5107874"/>
            <a:ext cx="9004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smtClean="0">
                <a:solidFill>
                  <a:schemeClr val="accent6">
                    <a:lumMod val="50000"/>
                  </a:schemeClr>
                </a:solidFill>
              </a:rPr>
              <a:t>request</a:t>
            </a:r>
            <a:endParaRPr lang="en-US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4076634" y="5131267"/>
            <a:ext cx="10376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smtClean="0">
                <a:solidFill>
                  <a:schemeClr val="accent2">
                    <a:lumMod val="50000"/>
                  </a:schemeClr>
                </a:solidFill>
              </a:rPr>
              <a:t>response</a:t>
            </a:r>
            <a:endParaRPr lang="en-US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958651" y="4007028"/>
            <a:ext cx="17729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smtClean="0">
                <a:solidFill>
                  <a:schemeClr val="accent2">
                    <a:lumMod val="50000"/>
                  </a:schemeClr>
                </a:solidFill>
              </a:rPr>
              <a:t>check/increment</a:t>
            </a:r>
            <a:endParaRPr lang="en-US" dirty="0">
              <a:solidFill>
                <a:schemeClr val="accent2">
                  <a:lumMod val="50000"/>
                </a:schemeClr>
              </a:solidFill>
            </a:endParaRPr>
          </a:p>
        </p:txBody>
      </p:sp>
      <p:cxnSp>
        <p:nvCxnSpPr>
          <p:cNvPr id="31" name="Elbow Connector 30"/>
          <p:cNvCxnSpPr/>
          <p:nvPr/>
        </p:nvCxnSpPr>
        <p:spPr>
          <a:xfrm rot="5400000">
            <a:off x="6432185" y="145323"/>
            <a:ext cx="868809" cy="6477358"/>
          </a:xfrm>
          <a:prstGeom prst="bentConnector3">
            <a:avLst/>
          </a:prstGeom>
          <a:ln w="28575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6426358" y="3014670"/>
            <a:ext cx="9004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smtClean="0">
                <a:solidFill>
                  <a:schemeClr val="accent2">
                    <a:lumMod val="50000"/>
                  </a:schemeClr>
                </a:solidFill>
              </a:rPr>
              <a:t>request</a:t>
            </a:r>
            <a:endParaRPr lang="en-US" dirty="0">
              <a:solidFill>
                <a:schemeClr val="accent2">
                  <a:lumMod val="50000"/>
                </a:schemeClr>
              </a:solidFill>
            </a:endParaRPr>
          </a:p>
        </p:txBody>
      </p:sp>
      <p:cxnSp>
        <p:nvCxnSpPr>
          <p:cNvPr id="34" name="Elbow Connector 33"/>
          <p:cNvCxnSpPr/>
          <p:nvPr/>
        </p:nvCxnSpPr>
        <p:spPr>
          <a:xfrm rot="5400000" flipH="1" flipV="1">
            <a:off x="6948122" y="145324"/>
            <a:ext cx="868809" cy="6477358"/>
          </a:xfrm>
          <a:prstGeom prst="bentConnector3">
            <a:avLst/>
          </a:prstGeom>
          <a:ln w="28575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6360362" y="3384002"/>
            <a:ext cx="10376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smtClean="0">
                <a:solidFill>
                  <a:schemeClr val="accent1">
                    <a:lumMod val="50000"/>
                  </a:schemeClr>
                </a:solidFill>
              </a:rPr>
              <a:t>response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36771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473</TotalTime>
  <Words>44</Words>
  <Application>Microsoft Office PowerPoint</Application>
  <PresentationFormat>Widescreen</PresentationFormat>
  <Paragraphs>25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account</dc:creator>
  <cp:lastModifiedBy>Microsoft account</cp:lastModifiedBy>
  <cp:revision>13</cp:revision>
  <dcterms:created xsi:type="dcterms:W3CDTF">2026-04-26T19:31:03Z</dcterms:created>
  <dcterms:modified xsi:type="dcterms:W3CDTF">2026-04-28T02:09:20Z</dcterms:modified>
</cp:coreProperties>
</file>